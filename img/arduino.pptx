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21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75"/>
  </p:normalViewPr>
  <p:slideViewPr>
    <p:cSldViewPr snapToGrid="0">
      <p:cViewPr varScale="1">
        <p:scale>
          <a:sx n="114" d="100"/>
          <a:sy n="114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D14FA-9F83-E5E7-B735-54370901A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B8EBE-EC83-26FC-5283-376FAF2B9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58961-E18B-4326-3390-8C68A3AE2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15/11/2025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0E64F-4233-F979-F314-BEB23A68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119EB-963B-9F84-BCA4-728255BD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10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37306-A83D-9232-1761-546E3BE1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3A42B-3431-3627-D6F9-98BD33AFA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78C5D-EC97-1597-AE51-B7FFDBD7A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15/11/2025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CC2E7-CC78-8029-B661-F8A38E793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E34BE-D0C6-CEC3-5EA3-A82A75686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2806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D563E-9DCC-92C6-E80A-87549EA86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AB00B-1203-9280-414B-FB2EAF396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F22A0-9356-1BAE-D231-3C6C0FC2B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15/11/2025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45129-BC71-D139-02BD-408B768E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A8D10-118B-3A91-D6B0-E617A492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965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E934-4A20-E966-6350-EE76FBA8D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732C9-647B-291A-BAC5-792FF9CEF1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4043F-442A-8010-69AB-B1C7EB3D1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8E61A-BA27-B141-4E42-D064F3D0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15/11/2025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B084E-8744-7103-D85F-A488F82CB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B2389-F7BF-D9C3-C447-BC1F28CC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4855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3FE6F-E00B-6D07-06E4-4F7851977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ABD07-5A17-9968-7C2A-56FFB0A93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7C235-F589-A7A4-D23D-6D84D8208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89AFA-FE03-0C62-B2CE-CF541A5B5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CAF6A7-31A0-E8AF-D36A-5C61F2C4E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02946-D064-54A3-8231-A9FB37F19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15/11/2025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8B7A38-31D8-2485-379B-6068DE0E2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94F629-BAA7-755C-FAA6-10EE4FB5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637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5329B-8D93-BBD5-BDFE-5E125E11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600BD-4C2C-B6A6-BF53-C846A1DA0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15/11/2025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D14CB4-3188-C175-5893-046539CCD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D52AE-95F4-F46A-BB37-01FD9879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48123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488405-7040-2700-2FF2-C9929AFF7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15/11/2025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C9AD3F-49CC-82AE-51B1-E64EE6FF8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2FFBA-73E0-8C30-1C87-1CDF5722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58807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A067-04D0-A100-6DF1-F517780D9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2FFB8-6F0A-9A1B-C792-342B5BB53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414AE-4894-EB26-BB66-9DEFDDFD9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A27B4-C45B-6F00-D63E-FE54A737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15/11/2025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5DBC1-353E-AEAB-1612-C49686B6B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63687-EFA6-623D-146B-DE87AC82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09950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E0986-7EC7-2E11-3DD3-1FEC288B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4DA3CA-18F1-FA9C-4C25-14FBE381C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F62E7-C34D-0A9A-5125-023C2D946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6DA40-1C08-CA04-8242-26ABEDD24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15/11/2025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C49ED-C249-8646-FF0B-34275DA23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B7838-ECB9-1DB6-A5B8-B5D0EB53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9188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172B-2E88-D6A0-8C4E-12B9E7E8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7B118F-CABB-E6A2-B8A9-B58C6B406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7D42A-5B77-3487-50C2-53C21A03E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15/11/2025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5D5AF-AC78-DC09-C75E-679F0A39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78B67-1010-43C1-6742-7B70D5DB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39858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85A695-D43B-A3E5-FEAE-1EA7D70401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8CEC87-145E-29C1-E5D6-755D58FDA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B6CD5-6CA2-AD33-AAD4-C9FFFA56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15/11/2025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D8F76-3B8A-3595-7DBF-153FB88D6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F8B59-2C09-07E8-A5A3-186A1A3E6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19079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205B68-EB90-DC04-6785-1E7C9ED91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E7ED8-9954-0490-E2B2-CD1B0FD3B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9BFF6-F5DC-5B30-3204-BD849F095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5F67B6-3A2F-0341-87D1-0E4537B22E46}" type="datetimeFigureOut">
              <a:rPr lang="en-NL" smtClean="0"/>
              <a:t>15/11/2025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E843A-F8FF-C45F-5EF9-04E833D8FC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BF749-ADE9-2E00-5E6E-FA27BBE1C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24583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8AE9DCF-C788-E3F4-FC5B-0E2FA90B5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61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32CE07-B6B8-3D8E-F4E3-EC3CB50AD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260" y="3256156"/>
            <a:ext cx="3359613" cy="335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514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ep 1">
            <a:extLst>
              <a:ext uri="{FF2B5EF4-FFF2-40B4-BE49-F238E27FC236}">
                <a16:creationId xmlns:a16="http://schemas.microsoft.com/office/drawing/2014/main" id="{6001B254-A751-9444-9B4F-37043F8F73D2}"/>
              </a:ext>
            </a:extLst>
          </p:cNvPr>
          <p:cNvGrpSpPr/>
          <p:nvPr/>
        </p:nvGrpSpPr>
        <p:grpSpPr>
          <a:xfrm>
            <a:off x="1977087" y="2514600"/>
            <a:ext cx="914400" cy="914400"/>
            <a:chOff x="1918609" y="2280415"/>
            <a:chExt cx="914400" cy="914400"/>
          </a:xfrm>
        </p:grpSpPr>
        <p:sp>
          <p:nvSpPr>
            <p:cNvPr id="3" name="Teardrop 17">
              <a:extLst>
                <a:ext uri="{FF2B5EF4-FFF2-40B4-BE49-F238E27FC236}">
                  <a16:creationId xmlns:a16="http://schemas.microsoft.com/office/drawing/2014/main" id="{FB7F5EA2-A975-5A44-9352-3DC532A3DB27}"/>
                </a:ext>
              </a:extLst>
            </p:cNvPr>
            <p:cNvSpPr/>
            <p:nvPr/>
          </p:nvSpPr>
          <p:spPr>
            <a:xfrm rot="2688714">
              <a:off x="1918609" y="2280415"/>
              <a:ext cx="914400" cy="914400"/>
            </a:xfrm>
            <a:prstGeom prst="teardrop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400"/>
            </a:p>
          </p:txBody>
        </p:sp>
        <p:sp>
          <p:nvSpPr>
            <p:cNvPr id="4" name="TextBox 18">
              <a:extLst>
                <a:ext uri="{FF2B5EF4-FFF2-40B4-BE49-F238E27FC236}">
                  <a16:creationId xmlns:a16="http://schemas.microsoft.com/office/drawing/2014/main" id="{A6927700-380D-7847-829E-5F26FEC0C679}"/>
                </a:ext>
              </a:extLst>
            </p:cNvPr>
            <p:cNvSpPr txBox="1"/>
            <p:nvPr/>
          </p:nvSpPr>
          <p:spPr>
            <a:xfrm>
              <a:off x="2192105" y="2476005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2800" dirty="0">
                  <a:solidFill>
                    <a:schemeClr val="bg1"/>
                  </a:solidFill>
                </a:rPr>
                <a:t>2</a:t>
              </a:r>
              <a:endParaRPr lang="en-BE" sz="280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Groep 4">
            <a:extLst>
              <a:ext uri="{FF2B5EF4-FFF2-40B4-BE49-F238E27FC236}">
                <a16:creationId xmlns:a16="http://schemas.microsoft.com/office/drawing/2014/main" id="{D30BB745-3805-FD43-9456-C0D38456C446}"/>
              </a:ext>
            </a:extLst>
          </p:cNvPr>
          <p:cNvGrpSpPr/>
          <p:nvPr/>
        </p:nvGrpSpPr>
        <p:grpSpPr>
          <a:xfrm>
            <a:off x="2160791" y="3724225"/>
            <a:ext cx="914400" cy="914400"/>
            <a:chOff x="7372752" y="2971799"/>
            <a:chExt cx="914400" cy="914400"/>
          </a:xfrm>
        </p:grpSpPr>
        <p:sp>
          <p:nvSpPr>
            <p:cNvPr id="6" name="Teardrop 12">
              <a:extLst>
                <a:ext uri="{FF2B5EF4-FFF2-40B4-BE49-F238E27FC236}">
                  <a16:creationId xmlns:a16="http://schemas.microsoft.com/office/drawing/2014/main" id="{120C4C50-44C1-CF49-B408-171E4B524850}"/>
                </a:ext>
              </a:extLst>
            </p:cNvPr>
            <p:cNvSpPr/>
            <p:nvPr/>
          </p:nvSpPr>
          <p:spPr>
            <a:xfrm rot="13430058">
              <a:off x="7372752" y="2971799"/>
              <a:ext cx="914400" cy="914400"/>
            </a:xfrm>
            <a:prstGeom prst="teardrop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400"/>
            </a:p>
          </p:txBody>
        </p:sp>
        <p:sp>
          <p:nvSpPr>
            <p:cNvPr id="7" name="TextBox 13">
              <a:extLst>
                <a:ext uri="{FF2B5EF4-FFF2-40B4-BE49-F238E27FC236}">
                  <a16:creationId xmlns:a16="http://schemas.microsoft.com/office/drawing/2014/main" id="{29688840-CF1C-894C-9BAE-682CC4A54524}"/>
                </a:ext>
              </a:extLst>
            </p:cNvPr>
            <p:cNvSpPr txBox="1"/>
            <p:nvPr/>
          </p:nvSpPr>
          <p:spPr>
            <a:xfrm>
              <a:off x="7646248" y="3167389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2800" dirty="0">
                  <a:solidFill>
                    <a:schemeClr val="bg1"/>
                  </a:solidFill>
                </a:rPr>
                <a:t>4</a:t>
              </a:r>
              <a:endParaRPr lang="en-BE" sz="28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ep 7">
            <a:extLst>
              <a:ext uri="{FF2B5EF4-FFF2-40B4-BE49-F238E27FC236}">
                <a16:creationId xmlns:a16="http://schemas.microsoft.com/office/drawing/2014/main" id="{C2933D37-C3A3-DE48-807F-E92BF2C34BCE}"/>
              </a:ext>
            </a:extLst>
          </p:cNvPr>
          <p:cNvGrpSpPr/>
          <p:nvPr/>
        </p:nvGrpSpPr>
        <p:grpSpPr>
          <a:xfrm>
            <a:off x="1977087" y="1187805"/>
            <a:ext cx="914400" cy="914400"/>
            <a:chOff x="7670337" y="1995737"/>
            <a:chExt cx="914400" cy="914400"/>
          </a:xfrm>
        </p:grpSpPr>
        <p:sp>
          <p:nvSpPr>
            <p:cNvPr id="9" name="Teardrop 10">
              <a:extLst>
                <a:ext uri="{FF2B5EF4-FFF2-40B4-BE49-F238E27FC236}">
                  <a16:creationId xmlns:a16="http://schemas.microsoft.com/office/drawing/2014/main" id="{95F4187F-719B-2141-9712-9EE15A4C9A28}"/>
                </a:ext>
              </a:extLst>
            </p:cNvPr>
            <p:cNvSpPr/>
            <p:nvPr/>
          </p:nvSpPr>
          <p:spPr>
            <a:xfrm rot="8139590">
              <a:off x="7670337" y="1995737"/>
              <a:ext cx="914400" cy="914400"/>
            </a:xfrm>
            <a:prstGeom prst="teardrop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400"/>
            </a:p>
          </p:txBody>
        </p:sp>
        <p:sp>
          <p:nvSpPr>
            <p:cNvPr id="10" name="TextBox 11">
              <a:extLst>
                <a:ext uri="{FF2B5EF4-FFF2-40B4-BE49-F238E27FC236}">
                  <a16:creationId xmlns:a16="http://schemas.microsoft.com/office/drawing/2014/main" id="{DF4CCE0A-A3EC-C543-BBA6-8A2F3FB3847B}"/>
                </a:ext>
              </a:extLst>
            </p:cNvPr>
            <p:cNvSpPr txBox="1"/>
            <p:nvPr/>
          </p:nvSpPr>
          <p:spPr>
            <a:xfrm>
              <a:off x="7943833" y="2199387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2800" dirty="0">
                  <a:solidFill>
                    <a:schemeClr val="bg1"/>
                  </a:solidFill>
                </a:rPr>
                <a:t>5</a:t>
              </a:r>
              <a:endParaRPr lang="en-BE" sz="280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ep 10">
            <a:extLst>
              <a:ext uri="{FF2B5EF4-FFF2-40B4-BE49-F238E27FC236}">
                <a16:creationId xmlns:a16="http://schemas.microsoft.com/office/drawing/2014/main" id="{118DD7FB-EE68-E14E-9E6B-A4D87427430E}"/>
              </a:ext>
            </a:extLst>
          </p:cNvPr>
          <p:cNvGrpSpPr/>
          <p:nvPr/>
        </p:nvGrpSpPr>
        <p:grpSpPr>
          <a:xfrm>
            <a:off x="1977087" y="5123225"/>
            <a:ext cx="914400" cy="914400"/>
            <a:chOff x="1433096" y="4778039"/>
            <a:chExt cx="914400" cy="914400"/>
          </a:xfrm>
        </p:grpSpPr>
        <p:sp>
          <p:nvSpPr>
            <p:cNvPr id="12" name="Teardrop 10">
              <a:extLst>
                <a:ext uri="{FF2B5EF4-FFF2-40B4-BE49-F238E27FC236}">
                  <a16:creationId xmlns:a16="http://schemas.microsoft.com/office/drawing/2014/main" id="{B9AC9D62-8A7D-2E47-A3B2-DCD8A1B9853F}"/>
                </a:ext>
              </a:extLst>
            </p:cNvPr>
            <p:cNvSpPr/>
            <p:nvPr/>
          </p:nvSpPr>
          <p:spPr>
            <a:xfrm rot="19048560">
              <a:off x="1433096" y="4778039"/>
              <a:ext cx="914400" cy="914400"/>
            </a:xfrm>
            <a:prstGeom prst="teardrop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400"/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4EA8FD4E-47CB-EA43-8411-88808622CA33}"/>
                </a:ext>
              </a:extLst>
            </p:cNvPr>
            <p:cNvSpPr txBox="1"/>
            <p:nvPr/>
          </p:nvSpPr>
          <p:spPr>
            <a:xfrm>
              <a:off x="1706592" y="4973629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2800" dirty="0">
                  <a:solidFill>
                    <a:schemeClr val="bg1"/>
                  </a:solidFill>
                </a:rPr>
                <a:t>5</a:t>
              </a:r>
              <a:endParaRPr lang="en-BE" sz="2800">
                <a:solidFill>
                  <a:schemeClr val="bg1"/>
                </a:solidFill>
              </a:endParaRPr>
            </a:p>
          </p:txBody>
        </p:sp>
      </p:grpSp>
      <p:sp>
        <p:nvSpPr>
          <p:cNvPr id="14" name="Rechthoek 13">
            <a:extLst>
              <a:ext uri="{FF2B5EF4-FFF2-40B4-BE49-F238E27FC236}">
                <a16:creationId xmlns:a16="http://schemas.microsoft.com/office/drawing/2014/main" id="{D963363C-5147-3B42-AA21-27237B8D8BE6}"/>
              </a:ext>
            </a:extLst>
          </p:cNvPr>
          <p:cNvSpPr/>
          <p:nvPr/>
        </p:nvSpPr>
        <p:spPr>
          <a:xfrm>
            <a:off x="3784922" y="1261641"/>
            <a:ext cx="4282632" cy="10635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Teardrop 17">
            <a:extLst>
              <a:ext uri="{FF2B5EF4-FFF2-40B4-BE49-F238E27FC236}">
                <a16:creationId xmlns:a16="http://schemas.microsoft.com/office/drawing/2014/main" id="{633D88B4-D423-B427-8671-FF180F00895E}"/>
              </a:ext>
            </a:extLst>
          </p:cNvPr>
          <p:cNvSpPr/>
          <p:nvPr/>
        </p:nvSpPr>
        <p:spPr>
          <a:xfrm rot="2688714">
            <a:off x="4259370" y="3161175"/>
            <a:ext cx="914400" cy="914400"/>
          </a:xfrm>
          <a:prstGeom prst="teardrop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400"/>
          </a:p>
        </p:txBody>
      </p:sp>
      <p:sp>
        <p:nvSpPr>
          <p:cNvPr id="19" name="Teardrop 12">
            <a:extLst>
              <a:ext uri="{FF2B5EF4-FFF2-40B4-BE49-F238E27FC236}">
                <a16:creationId xmlns:a16="http://schemas.microsoft.com/office/drawing/2014/main" id="{BBF19102-AA8D-673B-4EE4-6CB6A607477F}"/>
              </a:ext>
            </a:extLst>
          </p:cNvPr>
          <p:cNvSpPr/>
          <p:nvPr/>
        </p:nvSpPr>
        <p:spPr>
          <a:xfrm rot="13430058">
            <a:off x="4448745" y="4404415"/>
            <a:ext cx="914400" cy="914400"/>
          </a:xfrm>
          <a:prstGeom prst="teardrop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400"/>
          </a:p>
        </p:txBody>
      </p:sp>
    </p:spTree>
    <p:extLst>
      <p:ext uri="{BB962C8B-B14F-4D97-AF65-F5344CB8AC3E}">
        <p14:creationId xmlns:p14="http://schemas.microsoft.com/office/powerpoint/2010/main" val="241212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Wils, Arnoud (LK)</dc:creator>
  <cp:lastModifiedBy>Wils, Arnoud (LK)</cp:lastModifiedBy>
  <cp:revision>2</cp:revision>
  <dcterms:created xsi:type="dcterms:W3CDTF">2025-11-15T14:44:16Z</dcterms:created>
  <dcterms:modified xsi:type="dcterms:W3CDTF">2025-11-15T19:41:01Z</dcterms:modified>
</cp:coreProperties>
</file>